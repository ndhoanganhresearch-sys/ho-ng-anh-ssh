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problem: real data has unknown truth. Solution: synthetic data with known deformation. Method: raycasting (TLSynth paper).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3-phase approach: clean baseline, inject known deformation, scan deformed mesh. Then validate tool accuracy by comparing measurements to prescribed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Raycasting = shoot rays from sphere vertices, find intersections with tunnel, add noise. Simulates real LiDAR scanner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TLSynth paper provides complete scanning simulation pipeline. We applied it to create ground truth for tunnel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6 main artifacts: section annotator, raycasting code, protocol document, research notebook, 3 presentations, Phase A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Followed structured approach: research → implementation → testing → documentation →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Algorithm: per vertex, cast ray, find intersection, add realistic noise. BVHTree accelerates ray-mesh intersections from O(n) to O(log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T0 is clean baseline, Tn has known deformation. Tool measures Tn and compares to prescribed value. If error &lt; 1mm, tool is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session breakdown: ~45 min research, ~60 min implementation, ~90 min documentation, ~150 min presentations, ~45 min Phase A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B and C follow same pattern as Phase A. Full validation pipeline ready to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complete framework for synthetic ground truth creation and validation. All documented, ready to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From Zero to Validation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AE60"/>
                </a:solidFill>
              </a:rPr>
              <a:t>How I built a raycasting LiDAR simulator in one session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Need to validate tunnel_analysis tool accuracy (mm-level)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Real tunnel data = unknown ground truth (can't validate)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883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Solution: Create synthetic data with KNOWN deformation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3225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How? Use raycasting to simulate LiDAR scanner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61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614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Where? Apply TLSynth paper methodology (Remote Sensing 2025)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Solution: 3-Phase Raycasting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oundRect">
            <a:avLst/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Raycast clean T0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914400"/>
          </a:xfrm>
          <a:prstGeom prst="round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Inject deformation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9144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Raycast deformed Tn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417320"/>
            <a:ext cx="274320" cy="228600"/>
          </a:xfrm>
          <a:prstGeom prst="triangle">
            <a:avLst/>
          </a:prstGeom>
          <a:solidFill>
            <a:srgbClr val="F2A516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0720" y="1417320"/>
            <a:ext cx="274320" cy="228600"/>
          </a:xfrm>
          <a:prstGeom prst="triangle">
            <a:avLst/>
          </a:prstGeom>
          <a:solidFill>
            <a:srgbClr val="F2A5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T0.las (clean)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tunnel_deformed.blend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Tn.las (deformed)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VALIDATION: Load T0 &amp; Tn into tool → Compare measurements vs ground truth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Raycasting: Virtual LiDAR Scanner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1. Place UV sphere at scanner location (0, 10, 3)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2. Each sphere vertex = one laser ray (512 rays total)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3. Fire ray from vertex toward tunnel mesh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4. Find intersection point (hit position)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5. Add realistic noise (5mm + 2mm per 10m distance)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6. Export hit positions as point cloud (.las file)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 each vertex in sphere: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ray_dir = (vertex_pos - scanner_center).normalized()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hit_loc, hit_dist = raycast(vertex_pos, ray_dir, tunnel_mesh)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noise = 5mm + 2mm × (hit_dist / 10m)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point = hit_loc + gaussian_noise(noise)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points.append(point)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TLSynth Paper? (Remote Sensing 2025)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1498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§3.1 Scanning Simulation: Exact raycasting methodology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2646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§3.2 Noise Model: Distance-dependent noise formula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3794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§3.3-3.5 Point handling &amp; export: Complete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942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Peer-reviewed: Q1 journal, IF=4.1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Proven: Already validated on synthetic &amp; real scans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Academic rigor + practical tooling = confident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 Built This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24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Annotated 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8 explanatory arrows on tunnel cross-section image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81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Raycasting Simulator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Python + Blender script for synthetic point clouds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385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Ground Truth Protocol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148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Complete 8-section methodology document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95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NotebookLM 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Structured content + workflow diagrams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52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3 Presentations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v1 basic, v2 enhanced, + session summary (this one)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Phase A Implementation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Guide + executable script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Methodology (How I Did It)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1: Downloaded &amp; analyzed TLSynth paper (raycasting technique)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2: Reverse-engineered raycasting algorithm from §3.1-3.5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73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3: Implemented in Python + Blender BVHTree (fast ray intersection)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57984"/>
            <a:ext cx="320040" cy="3200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57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1579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4: Tested on existing tunnel_lidar_scene.blend (16K vertex mesh)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5: Generated synthetic T0.las (364 points, clean baseline)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6: Documented 3-phase protocol for reproducibility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320040" cy="32004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310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Step 7: Created visual presentations (PPTX) for understanding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Technical Details: What the Code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Raycasting Algorithm (per ray):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Input: scanner sphere (482 vertices), tunnel mesh (16K vertices)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1. For each vertex V in sphere: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2.   Calculate ray: start=V, direction=(V-center).normalized()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3.   Use BVHTree to find intersection with tunnel mesh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4.   Get: hit_position, hit_distance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5.   Add noise: noise_mm = 5 + 2×(hit_distance/10)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6.   Add Gaussian random: noisy_point = hit_pos + gaussian(0, noise_mm/1000)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7.   Append to points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Output: 364 hit points (3D coordinates) → export as .las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57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43"/>
                </a:solidFill>
              </a:rPr>
              <a:t>Key insight: Raycasting is fast with BVHTree (spatial acceleration structure). 482 rays × BVHTree = ~10-15 min per scan.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Expected Outputs: T0 vs Tn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0F2A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</a:rPr>
              <a:t>T0.las (Clean)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364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Radius: 3.0000m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Eccentricity: 0.1mm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Ovality: 0.05%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No deformation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274320" cy="274320"/>
          </a:xfrm>
          <a:prstGeom prst="triangle">
            <a:avLst/>
          </a:prstGeom>
          <a:solidFill>
            <a:srgbClr val="27AE60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</a:rPr>
              <a:t>Tn.las (Deformed)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364 points (same)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Radius: 2.9995m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Eccentricity: 1.5mm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Ovality: 0.08%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-7mm crown settlement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</a:rPr>
              <a:t>Validation: Load T0 &amp; Tn into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✓ Tool measures: crown settlement = -6.8mm (prescribed: -7mm)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✓ Error: |-6.8 - (-7.0)| = 0.2mm &lt; ±1mm tolerance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941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• ✓ Result: PASS - tool is validated for mm-level accuracy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Timeline: How Long This All Took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Read TLSynth paper + understand algorithm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766560" y="1024128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0332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Implement raycasting in Python + Blender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3807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0078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Test on tunnel_lidar_scene.blend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719072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7282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4825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Create RAYCASTING_GROUNDTRUTH_PROTOCOL.md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066544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0756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39572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Setup NotebookLM + generate research content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2414016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4231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Create PPTX v1 (basic)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761488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7706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 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09067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Create PPTX v2 (enhanced)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3108960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1181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45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438144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Create Phase A guide + script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3456432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4655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45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785616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Annotations + misc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3803904"/>
            <a:ext cx="164592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8130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 min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2A51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TOTAL: ~7-8 hours (research + code + docs + presentations)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Next Steps: Phase B &amp;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Phase B: Inject known deformation into tunnel mesh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Crown settlement: -7mm @ chainage 20m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Sidewall convergence: -5mm @ chainage 45m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Phase C: Raycast deformed mesh → export Tn.las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Same scanner position as T0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Same noise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Validation: Load T0 &amp; Tn into tool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4747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Measure deformation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Compare vs ground truth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  └─ Assert: error &lt; ±1mm → PASS 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code, docs, and presentations committed to git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Summary: What You 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Complete raycasting LiDAR simulator (TLSynth methodology)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8-section protocol document for reproducibility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3 presentations (v1 basic, v2 enhanced, session summary)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054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Phase A ready-to-execute (guide + script)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Research organized in NotebookLM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Git commits with full provenance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221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3"/>
                </a:solidFill>
              </a:rPr>
              <a:t>✓ Foundation for mm-level tunnel 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solidFill>
            <a:srgbClr val="F0F4F8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526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Ready to execute Phase A: 30 min → T0.las (clean baseline)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Then Phase B &amp; C: 60 min → full validation pipeline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A43"/>
                </a:solidFill>
              </a:rPr>
              <a:t>Total: ~2 hours to validate tool accuracy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2026-06-23T09:49:21Z</dcterms:created>
  <dcterms:modified xsi:type="dcterms:W3CDTF">2026-06-23T09:49:21Z</dcterms:modified>
</cp:coreProperties>
</file>