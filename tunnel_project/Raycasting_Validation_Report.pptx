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Raycasting Ground Truth Validation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LiDAR for Tool Step 6 (M3C2)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State (Phase A/B/C v1)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Scripts targeted imaginary tunnel (straight, R=3.0m, 1 scanner, -7/-5/-15mm)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actually run end-to-end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 copy-paste risks ("must match byte-for-byte")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dataset blender_lidar_t0t5 is curved (R=500m), 3 TLS stations, progressive T1-T5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Realign to Real Geometry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.blend via Blender MCP: R=500m curve, radius 4.256m, 3 stations @ arc-len 10/40/70m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single engine (raycast_tunnel_epochs.py) for T0 &amp; Tn — same code path, no drift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Deform in local cross-section frame (ground_truth.csv magnitudes: crown -45, side -35, local -40mm @ T5)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Engine, Two Validators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tools/raycast_tunnel_epochs.py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Blender bpy + BVHTree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T0 clean, Tn deformed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3 stations &amp; noise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T0-T5 .txt/.json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phase_c_validate.py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Window-mean in frame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raycast fidelity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bound (bias low)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Regenerable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crosscheck_tool_step6.py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 Step 6 M3C2 (prod)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Mm-level accuracy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TRUTH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1: Window-Mean (Raycast Fidelity)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37160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Crown err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846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Window-mean is lower bound; narrow features read 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2: Tool M3C2 (py4dgeo) — FINAL TRUTH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37160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Crown err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846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recovers GT ≤ 2.4mm peak — mm-level accurate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by Epoch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Settlement @ 20m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0, T1: -5, T2: -12, T3: -20, T4: -30, T5: -45 mm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Sidewall Convergence @ 45m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0, T1: 0, T2: -5, T3: -12, T4: -22, T5: -35 mm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Damage @ 65m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0, T1: 0, T2: 0, T3: -15, T4: -25, T5: -40 mm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Validation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Geometry verified via Blender MCP inspection (R=500, radius 4.25m, curve centerline)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Path robustness: scripts resolve via __file__ (run from any cwd)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series T0-T5 generated (112k-112.5k points/epoch, ~4.2MB each)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Two independent validators (window-mean + tool M3C2)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25MB regenerable point clouds gitignored; metadata/CSV tracked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 Step 6 (py4dgeo M3C2) is mm-level accurate on curved tunnel geometry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Raycasting ground truth validates the measurement pipeline end-to-end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engine architecture eliminates config-drift risk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next phase: higher ray density (0.5°) or real-world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194560" cy="1645920"/>
          </a:xfrm>
          <a:prstGeom prst="rect">
            <a:avLst/>
          </a:prstGeom>
          <a:solidFill>
            <a:srgbClr val="1C7293">
              <a:alpha val="8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(engine verified)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194560" cy="1645920"/>
          </a:xfrm>
          <a:prstGeom prst="rect">
            <a:avLst/>
          </a:prstGeom>
          <a:solidFill>
            <a:srgbClr val="1C7293">
              <a:alpha val="8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7373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Deformed T1-T5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(series generated)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2194560" cy="1645920"/>
          </a:xfrm>
          <a:prstGeom prst="rect">
            <a:avLst/>
          </a:prstGeom>
          <a:solidFill>
            <a:srgbClr val="1C7293">
              <a:alpha val="80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17373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validators, PASS)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3 main (engine, 2 validators) + plotter + cross-check  |  Data: T0-T5 JSON, validation CSV, series plot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2026-06-28T16:55:14Z</dcterms:created>
  <dcterms:modified xsi:type="dcterms:W3CDTF">2026-06-28T16:55:14Z</dcterms:modified>
</cp:coreProperties>
</file>