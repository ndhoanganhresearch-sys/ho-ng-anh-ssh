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600"/>
                </a:solidFill>
              </a:rPr>
              <a:t>GIẢI THÍCH BẰNG THÔNG SỐ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Vì sao biết LAS này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được tạo bằng raycasting?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697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2"/>
                </a:solidFill>
              </a:rPr>
              <a:t>Không giải thích dài — nhìn vào số trạm, số tia, số hit và ground truth.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FFF"/>
                </a:solidFill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trạm TLS 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7180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</a:rPr>
              <a:t>0.45°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7180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bước góc quét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D4"/>
                </a:solidFill>
              </a:rPr>
              <a:t>~1.068M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tia / epoch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6948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~1.038M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69480" y="4892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điểm LAS / epoch</a:t>
            </a:r>
            <a:endParaRPr lang="en-US" sz="900" dirty="0"/>
          </a:p>
        </p:txBody>
      </p:sp>
      <p:pic>
        <p:nvPicPr>
          <p:cNvPr id="13" name="Image 0" descr="C:\Users\ssl\Desktop\Code Python\data python cusor\tunnel_project\docs\raycasting_params_assets\ray_formula_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822960"/>
            <a:ext cx="5074920" cy="2971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1. THÔNG SỐ MÁY QUÉT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Script mô phỏng một TLS thật bằng lưới góc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53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Số trạm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80360" y="13533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6A6"/>
                </a:solidFill>
              </a:rPr>
              <a:t>5 trạm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83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Vị trí trạm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8836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00D4"/>
                </a:solidFill>
              </a:rPr>
              <a:t>8, 28, 48, 68, 88 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295144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Quét ngang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2414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360°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825496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Bước ngang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2944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</a:rPr>
              <a:t>0.45°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Quét đứng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34747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-38° đến 82° = 120°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Bước đứng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0360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00"/>
                </a:solidFill>
              </a:rPr>
              <a:t>0.45°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416552"/>
            <a:ext cx="5212080" cy="438912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5354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Tầm xa tối đa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45354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4B5F"/>
                </a:solidFill>
              </a:rPr>
              <a:t>44 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1234440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Cách hiểu như người làm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2084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68312" y="20848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Mỗi trạm bắn tia theo góc ngang + đứng.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68312" y="2578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Tia nào chạm hầm/object thì lưu điểm.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30723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Tia nào không chạm hoặc dropout thì bỏ.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68312" y="3566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Vì vậy LAS có occlusion giống scan thật.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2. TÍNH SỐ TIA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Từ thông số góc tính ra hơn 1 triệu tia mỗi epoch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\ray_formula_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5836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Kiểm tra nhanh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3558"/>
                </a:solidFill>
              </a:rPr>
              <a:t>Nếu không dùng raycasting theo trạm thì sẽ không có logic “số tia → số hit → số điểm LAS” rõ như vậy.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381"/>
                </a:solidFill>
              </a:rPr>
              <a:t>Đây là dấu hiệu rất quan trọng để chứng minh dữ liệu được tạo bằng scan ảo.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3. SỐ HIT THEO TRẠM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Mỗi trạm thật sự tạo ra điểm riêng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\station_hits_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008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23444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</a:rPr>
              <a:t>8 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69680" y="1645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201,005 hit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176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D4"/>
                </a:solidFill>
              </a:rPr>
              <a:t>28 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21762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211,884 hit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9560" y="2706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</a:rPr>
              <a:t>48 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0" y="2706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212,410 hit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68 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69680" y="3236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211,852 hit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</a:rPr>
              <a:t>88 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201,189 hit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4572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8"/>
                </a:solidFill>
              </a:rPr>
              <a:t>Tổng T0 = 1,038,340 điểm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4. OUTPUT LAS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Số điểm ổn định qua các epoch T0–T5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\epoch_points_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922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508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1,038,340 điểm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010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1,038,360 điểm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0" y="23865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41080" y="2386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1,038,382 điểm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8254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41080" y="2825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1,038,365 điểm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01000" y="3264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41080" y="3264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1,038,362 điểm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01000" y="3703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T5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41080" y="3703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</a:rPr>
              <a:t>1,038,348 điểm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01000" y="4434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381"/>
                </a:solidFill>
              </a:rPr>
              <a:t>Chênh lệch nhỏ là bình thường vì dropout/noise/biến dạng thay đổi hit.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5. GROUND TRUTH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Không chỉ raycast: mỗi epoch có biến dạng biết trước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params_assets\deformation_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922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T5 stress test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Crown 24m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640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-48 mm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2679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Sidewall 50m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464040" y="26791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</a:rPr>
              <a:t>-40 mm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3209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Damage 72m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64040" y="3209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B5F"/>
                </a:solidFill>
              </a:rPr>
              <a:t>-43 mm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01000" y="3739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7381"/>
                </a:solidFill>
              </a:rPr>
              <a:t>Joint 60m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464040" y="3739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+9 mm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Tool đo lại từ LAS rồi so với các số này.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6. CHUỖI CHỨNG MINH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Tôi kiểm bằng thông số, không chỉ bằng lời nói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463040"/>
            <a:ext cx="320040" cy="32004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7452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Metadata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5087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5 trạm, 0.45°, range 44m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075688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12848"/>
            <a:ext cx="320040" cy="320040"/>
          </a:xfrm>
          <a:prstGeom prst="rect">
            <a:avLst/>
          </a:prstGeom>
          <a:solidFill>
            <a:srgbClr val="FF00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74520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Tính toán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25856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~1.068M tia / epoch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825496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962656"/>
            <a:ext cx="320040" cy="32004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008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00837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~1.038M hit point / 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575304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712464"/>
            <a:ext cx="320040" cy="32004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37581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Station 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75818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mỗi trạm có ~201k–212k hit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325112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462272"/>
            <a:ext cx="320040" cy="320040"/>
          </a:xfrm>
          <a:prstGeom prst="rect">
            <a:avLst/>
          </a:prstGeom>
          <a:solidFill>
            <a:srgbClr val="E94B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7452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Ground truth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50799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7381"/>
                </a:solidFill>
              </a:rPr>
              <a:t>T0–T5 có biến dạng mm biết trước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600"/>
                </a:solidFill>
              </a:rPr>
              <a:t>KẾT LUẬN DỄ NÓI KHI TRÌNH BÀY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Mỗi file LAS được tạo bằng cách bắn hơn 1 triệu tia laser ảo vào model hầm.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FFF"/>
                </a:solidFill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vị trí đặt máy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1188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D4"/>
                </a:solidFill>
              </a:rPr>
              <a:t>~213k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1188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tia / trạm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~1.038M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5216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điểm hit / epoch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</a:rPr>
              <a:t>T0–T5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2440" y="3474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381"/>
                </a:solidFill>
              </a:rPr>
              <a:t>có ground truth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5166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D8E2"/>
                </a:solidFill>
              </a:rPr>
              <a:t>Vậy đây là scan TLS ảo bằng raycasting, không phải rải điểm thủ công lên mesh.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Raycasting LAS — giải thích bằng thông số  | 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Giai thich raycasting bang thong so</dc:title>
  <dc:subject>PptxGenJS Presentation</dc:subject>
  <dc:creator>SSL Tunnel Analysis</dc:creator>
  <cp:lastModifiedBy>SSL Tunnel Analysis</cp:lastModifiedBy>
  <cp:revision>1</cp:revision>
  <dcterms:created xsi:type="dcterms:W3CDTF">2026-06-30T17:50:57Z</dcterms:created>
  <dcterms:modified xsi:type="dcterms:W3CDTF">2026-06-30T17:50:57Z</dcterms:modified>
</cp:coreProperties>
</file>