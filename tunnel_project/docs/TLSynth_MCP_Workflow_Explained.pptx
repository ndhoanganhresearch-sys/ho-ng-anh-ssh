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F2A516"/>
                </a:solidFill>
                <a:latin typeface="Arial"/>
              </a:rPr>
              <a:t>KE HOACH THUC HIEN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Georgia"/>
              </a:rPr>
              <a:t>Lam theo kieu TLSynth + dung MCP/NotebookLM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71600"/>
            <a:ext cx="8046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FE0E6"/>
                </a:solidFill>
                <a:latin typeface="Arial"/>
              </a:rPr>
              <a:t>Tu tai lieu du an -&gt; workflow raycasting -&gt; PPT/report de ban hieu va bao ve duoc</a:t>
            </a:r>
          </a:p>
        </p:txBody>
      </p:sp>
      <p:pic>
        <p:nvPicPr>
          <p:cNvPr id="5" name="Picture 4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806440" cy="2514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069080"/>
            <a:ext cx="512064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Y tuong chinh: khong noi la da dung TLSynth add-on. Noi dung hon: custom Blender raycasting follows TLSynth principle.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120640"/>
            <a:ext cx="5303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F2A516"/>
                </a:solidFill>
                <a:latin typeface="Arial"/>
              </a:rPr>
              <a:t>NotebookLM/MCP = bo nao doc tai lieu. Codex = nguoi lam code, hinh, PPT va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VAI TRO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MCP giup quy trinh bot cam tinh va co nguon</a:t>
            </a:r>
          </a:p>
        </p:txBody>
      </p:sp>
      <p:pic>
        <p:nvPicPr>
          <p:cNvPr id="4" name="Picture 3" descr="mcp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400800" cy="3383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234440"/>
            <a:ext cx="4297680" cy="40233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435608"/>
            <a:ext cx="385876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NotebookLM da co source pack ve manifest, README va cheat sheet raycasting.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Toi hoi NotebookLM de lay workflow va wording dung voi tai lieu.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Sau do toi dung Codex de tao slide, hinh minh hoa, script va benchmark.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Ket qua benchmark se duoc nap nguoc lai vao NotebookLM de viet report tot 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BUC TRANH TONG THE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Pipeline toi se lam trong du an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5806440"/>
            <a:ext cx="9875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E7C86"/>
                </a:solidFill>
                <a:latin typeface="Arial"/>
              </a:rPr>
              <a:t>Day la workflow thuc dung: du lieu co san + NotebookLM de giai thich + Codex de hien thuc hoa.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BUOC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Chuan bi scene ham trong Blender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4937760" cy="40233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18488"/>
            <a:ext cx="449884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Dung scene ham dai 80.0 m, duong kinh 8.5 m.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Giu cac object gay occlusion: cable, light, rail, target sphere, person.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Muc tieu: point cloud sinh ra phai co van de giong scan that, khong qua sach.</a:t>
            </a:r>
          </a:p>
        </p:txBody>
      </p:sp>
      <p:pic>
        <p:nvPicPr>
          <p:cNvPr id="6" name="Picture 5" descr="ray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34440"/>
            <a:ext cx="534924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800600"/>
            <a:ext cx="4846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Arial"/>
              </a:rPr>
              <a:t>Neu scene thay doi, point cloud raycast cung thay doi theo.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BUOC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Chen bien dang T0 den T5 co ground truth</a:t>
            </a:r>
          </a:p>
        </p:txBody>
      </p:sp>
      <p:pic>
        <p:nvPicPr>
          <p:cNvPr id="4" name="Picture 3" descr="d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57784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325880"/>
            <a:ext cx="4572000" cy="37947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527048"/>
            <a:ext cx="4133087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T0 la reference baseline.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T1-T5 co bien dang tang dan: crown settlement, sidewall convergence, local damage.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ground_truth.csv la dap an dung de kiem tra Step 6.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Day la diem quan trong nhat de chung minh tool do dung mm-level.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BUOC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Dat scanner ao va raycast nhu TLS</a:t>
            </a:r>
          </a:p>
        </p:txBody>
      </p:sp>
      <p:pic>
        <p:nvPicPr>
          <p:cNvPr id="4" name="Picture 3" descr="ray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943600" cy="3337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95160" y="1280160"/>
            <a:ext cx="4297680" cy="388620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1481328"/>
            <a:ext cx="38587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- 3 tram scanner tai chainage 10 m, 40 m, 70 m.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Moi tram ban tia theo luoi goc 0.5 deg.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Dung scene.ray_cast() de lay diem cham dau tien.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Diem cham vao cable/light truoc thi mat ham phia sau bi che, tao occlusion that.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BUOC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Them hieu ung LiDAR-like: noise, intensity, label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5394960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1325880"/>
            <a:ext cx="4663440" cy="38404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527048"/>
            <a:ext cx="4224527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Noise model: sigma = 0.002 + 0.00006 * distance_m.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Intensity phu thuoc reflectivity, goc cham tia va distance falloff.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Label giup tach tunnel lining, floor, metal, LED, target sphere, person.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Day la phan lam du lieu synthetic giong TLS 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BUOC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Xuat du lieu va kiem chung trong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303520" cy="3977639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18488"/>
            <a:ext cx="4864608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Xuat T0.txt den T5.txt, manifest.json, ground_truth.csv va registration transforms.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Chay Step 3 de kiem tra auto-align/registration.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Chay Step 6 de kiem tra deformation trend T0 -&gt; Tn.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So sanh ket qua tool voi ground truth de co bang chung.</a:t>
            </a:r>
          </a:p>
        </p:txBody>
      </p:sp>
      <p:pic>
        <p:nvPicPr>
          <p:cNvPr id="6" name="Picture 5" descr="de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4754880" cy="2834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4800600"/>
            <a:ext cx="466344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Arial"/>
              </a:rPr>
              <a:t>Output can co: RMSE alignment + sai so deformation theo tung epoch.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TOI SE DUNG MCP NHU THE NAO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NotebookLM khong thay code; no giup ly luan va viet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44805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35608"/>
            <a:ext cx="47731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Hoi NotebookLM: methodology nen viet the nao de khong overclaim</a:t>
            </a:r>
          </a:p>
          <a:p>
            <a:r>
              <a:t>- Hoi NotebookLM: vi sao raycasting tot hon random noise</a:t>
            </a:r>
          </a:p>
          <a:p>
            <a:r>
              <a:t>- Hoi NotebookLM: reviewer se hoi gi ve synthetic dataset</a:t>
            </a:r>
          </a:p>
          <a:p>
            <a:r>
              <a:t>- Lay cau tra loi ve, toi chinh lai va dua vao PPT/report.</a:t>
            </a:r>
          </a:p>
          <a:p>
            <a:r>
              <a:t>- Sau khi co benchmark moi, toi nap lai ket qua vao NotebookLM.</a:t>
            </a:r>
          </a:p>
        </p:txBody>
      </p:sp>
      <p:pic>
        <p:nvPicPr>
          <p:cNvPr id="6" name="Picture 5" descr="mcp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12064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CACH GIAI THICH VOI THAY/CO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Cau noi an toan ve mat hoc thuat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486400" cy="42976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27048"/>
            <a:ext cx="5047488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Nen noi: This work follows the TLSynth principle for synthetic TLS generation.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Nen noi: A custom Blender raycasting pipeline was implemented for tunnel deformation validation.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Khong nen noi: We use TLSynth add-on, neu chua tich hop add-on that.</a:t>
            </a:r>
          </a:p>
          <a:p>
            <a:pPr>
              <a:spcAft>
                <a:spcPts val="700"/>
              </a:spcAft>
              <a:defRPr sz="1400">
                <a:solidFill>
                  <a:srgbClr val="1E2A33"/>
                </a:solidFill>
                <a:latin typeface="Arial"/>
              </a:defRPr>
            </a:pPr>
            <a:r>
              <a:t>- Diem moi cua minh: T0-T5 tunnel deformation ground truth + Step 3/Step 6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417320"/>
            <a:ext cx="4206240" cy="320040"/>
          </a:xfrm>
          <a:prstGeom prst="rect">
            <a:avLst/>
          </a:prstGeom>
          <a:solidFill>
            <a:srgbClr val="0F2A43"/>
          </a:solidFill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F2A516"/>
                </a:solidFill>
                <a:latin typeface="Arial"/>
              </a:rPr>
              <a:t>One-sentence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74519"/>
            <a:ext cx="4206240" cy="2011680"/>
          </a:xfrm>
          <a:prstGeom prst="rect">
            <a:avLst/>
          </a:prstGeom>
          <a:solidFill>
            <a:srgbClr val="F2F5F7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E2A33"/>
                </a:solidFill>
                <a:latin typeface="Arial"/>
              </a:rPr>
              <a:t>Virtual scanner rays are cast from simulated TLS stations into a Blender tunnel mesh; first hit points are stored as point clouds, then noise and intensity are added to validate deformation analysis against known T0-T5 ground truth.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rial"/>
              </a:rPr>
              <a:t>SAN PHAM TOI DE XUAT LAM TIEP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1E2A33"/>
                </a:solidFill>
                <a:latin typeface="Georgia"/>
              </a:rPr>
              <a:t>Mot goi hoan chinh de ban hoc va bao 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1615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Methodology 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03320" y="121615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Viet file Methodology_TLSynth_Principle.md bang tieng Anh.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84831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Generation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084831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Dong goi script tao/kiem tra T0-T5 va metadata.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Benchmark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5351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Chay Step 3/Step 6 va lap bang sai 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79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22191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PPT chinh thuc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822191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Dung hinh tu benchmark that, khong chi hinh minh hoa.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9087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rial"/>
              </a:rPr>
              <a:t>NotebookLM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69087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rial"/>
              </a:rPr>
              <a:t>Nap paper TLSynth PDF + ket qua benchmark vao NotebookLM.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6400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F2A516"/>
                </a:solidFill>
                <a:latin typeface="Arial"/>
              </a:rPr>
              <a:t>KET LUAN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98755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Georgia"/>
              </a:rPr>
              <a:t>Cach tot nhat cho y muon cua 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71600"/>
            <a:ext cx="8046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FE0E6"/>
                </a:solidFill>
                <a:latin typeface="Arial"/>
              </a:rPr>
              <a:t>Dung TLSynth lam phuong phap tham chieu, MCP lam bo nao doc tai lieu, Codex lam san pham cu the.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solidFill>
            <a:srgbClr val="F2A516"/>
          </a:solidFill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E2A33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40"/>
            <a:ext cx="50292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Khong can tich hop TLSynth add-on ngay.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457200" cy="457200"/>
          </a:xfrm>
          <a:prstGeom prst="rect">
            <a:avLst/>
          </a:prstGeom>
          <a:solidFill>
            <a:srgbClr val="F2A516"/>
          </a:solidFill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E2A33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71800"/>
            <a:ext cx="64008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Tap trung chung minh pipeline raycasting hien co bang benchmark.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457200" cy="457200"/>
          </a:xfrm>
          <a:prstGeom prst="rect">
            <a:avLst/>
          </a:prstGeom>
          <a:solidFill>
            <a:srgbClr val="F2A516"/>
          </a:solidFill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1E2A33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794760"/>
            <a:ext cx="7132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Dung NotebookLM de viet methodology, reviewer Q&amp;A va speaker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98755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F2A516"/>
                </a:solidFill>
                <a:latin typeface="Arial"/>
              </a:rPr>
              <a:t>Next: them TLSynth paper PDF vao NotebookLM, roi viet Methodology section.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rial"/>
              </a:rPr>
              <a:t>TLSynth + MCP workflow - 12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