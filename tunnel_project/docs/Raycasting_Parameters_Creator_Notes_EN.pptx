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600"/>
                </a:solidFill>
              </a:rPr>
              <a:t>CREATOR NOTES — PARAMETER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I know this LAS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was made by raycasting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6974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9D8E2"/>
                </a:solidFill>
              </a:rPr>
              <a:t>I check the scanner setup, ray budget, first-hit counts, and known deformation — not just the code claim.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FFF"/>
                </a:solidFill>
              </a:rPr>
              <a:t>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virtual TLS stations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7180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</a:rPr>
              <a:t>0.45°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7180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angular step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D4"/>
                </a:solidFill>
              </a:rPr>
              <a:t>~1.068M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rays / epoch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6948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~1.038M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6948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LAS points / epoch</a:t>
            </a:r>
            <a:endParaRPr lang="en-US" sz="900" dirty="0"/>
          </a:p>
        </p:txBody>
      </p:sp>
      <p:pic>
        <p:nvPicPr>
          <p:cNvPr id="13" name="Image 0" descr="C:\Users\ssl\Desktop\Code Python\data python cusor\tunnel_project\docs\raycasting_params_assets_en\ray_formula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822960"/>
            <a:ext cx="5074920" cy="2971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1. SCANNER SETUP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I first fixed the scan geometry, then generated points from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53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Station count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80360" y="13533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5 TLS stations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83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Station chainage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0360" y="1883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00D4"/>
                </a:solidFill>
              </a:rPr>
              <a:t>8, 28, 48, 68, 88 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295144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140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Horizontal scan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0360" y="2414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360°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825496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944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Azimuth step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2944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</a:rPr>
              <a:t>0.45°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474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Vertical scan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80360" y="34747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-38° to 82° = 120°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Elevation step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80360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</a:rPr>
              <a:t>0.45°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416552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5354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Maximum range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80360" y="45354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B5F"/>
                </a:solidFill>
              </a:rPr>
              <a:t>44 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1234440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Builder interpretation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2084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68312" y="20848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Each station emits rays over azimuth and elevation.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68312" y="2578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 point exists only when a ray hits geometry.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68312" y="307238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No hit or dropout means no LAS point.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68312" y="3566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This is why the output has TLS-like occlusion.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2. RAY BUDGET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The parameters imply over one million rays per epoch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_en\ray_formula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58368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My sanity check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21284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3558"/>
                </a:solidFill>
              </a:rPr>
              <a:t>If the data were just random mesh samples, I would not see this clean chain: angular grid → ray count → first-hit count → LAS points.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5528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381"/>
                </a:solidFill>
              </a:rPr>
              <a:t>The count is the easiest way to explain the method without opening the script.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3. STATION-LEVEL EVIDENCE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Each metadata station produced its own hit count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_en\station_hit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008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23444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</a:rPr>
              <a:t>8 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69680" y="1645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201,005 hits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176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D4"/>
                </a:solidFill>
              </a:rPr>
              <a:t>28 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69680" y="2176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211,884 hits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09560" y="2706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</a:rPr>
              <a:t>48 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0" y="2706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212,410 hits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0" y="3236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68 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69680" y="3236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211,852 hits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</a:rPr>
              <a:t>88 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69680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201,189 hits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4572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8"/>
                </a:solidFill>
              </a:rPr>
              <a:t>T0 total = 1,038,340 points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4. LAS OUTPUT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The point count remains stable from T0 to T5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_en\epoch_point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922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5087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41080" y="1508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1,038,340 pts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1,038,360 pts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01000" y="23865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41080" y="2386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1,038,382 pts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28254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41080" y="2825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1,038,365 pts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01000" y="3264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41080" y="3264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1,038,362 pts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01000" y="3703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41080" y="3703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1,038,348 pts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01000" y="43159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381"/>
                </a:solidFill>
              </a:rPr>
              <a:t>Small differences are expected: dropout, incidence angle, and deformation slightly change which rays survive.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5. KNOWN DEFORMATION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I raycast each epoch after injecting a known mm-level change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_en\deformation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922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T5 stress case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0" y="2148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Crown @ 24 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46404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-48 mm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0" y="2679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Sidewall @ 50 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464040" y="26791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</a:rPr>
              <a:t>-40 mm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3209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Damage @ 72 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464040" y="3209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B5F"/>
                </a:solidFill>
              </a:rPr>
              <a:t>-43 mm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01000" y="3739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Joint @ 60 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464040" y="3739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+9 mm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01000" y="4434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The tool can then measure T0→Tn and compare back to these numbers.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6. MY PROOF CHAIN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This is the explanation I would give in a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1325880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463040"/>
            <a:ext cx="320040" cy="32004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74520" y="1508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Scanner metadata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15087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5 stations, 0.45° grid, 44 m range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075688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212848"/>
            <a:ext cx="320040" cy="320040"/>
          </a:xfrm>
          <a:prstGeom prst="rect">
            <a:avLst/>
          </a:prstGeom>
          <a:solidFill>
            <a:srgbClr val="FF00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74520" y="2258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Ray 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225856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~1.068M rays per epoch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825496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962656"/>
            <a:ext cx="320040" cy="32004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3008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Output 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300837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~1.038M first-hit LAS points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575304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712464"/>
            <a:ext cx="320040" cy="320040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37581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Station audit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375818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each station contributes ~201k–212k hits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25112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462272"/>
            <a:ext cx="320040" cy="320040"/>
          </a:xfrm>
          <a:prstGeom prst="rect">
            <a:avLst/>
          </a:prstGeom>
          <a:solidFill>
            <a:srgbClr val="E94B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74520" y="45079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Validation target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86200" y="450799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T0–T5 include known mm-level deformation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600"/>
                </a:solidFill>
              </a:rPr>
              <a:t>ONE-LINE EXPLANATION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Each LAS file is the first-hit result of more than one million virtual laser rays fired into the tunnel model.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FFF"/>
                </a:solidFill>
              </a:rPr>
              <a:t>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scanner origins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1188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D4"/>
                </a:solidFill>
              </a:rPr>
              <a:t>~213k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1188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rays / station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~1.038M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5216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first-hit points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</a:rPr>
              <a:t>T0–T5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9244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known deformation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51663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D8E2"/>
                </a:solidFill>
              </a:rPr>
              <a:t>That makes it synthetic TLS raycasting data, not hand-placed points or random mesh sampling.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Synthetic TLS raycasting — creator notes  |  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Raycasting Parameters Explained</dc:title>
  <dc:subject>Creator-style explanation of synthetic TLS raycasting</dc:subject>
  <dc:creator>SSL Tunnel Analysis</dc:creator>
  <cp:lastModifiedBy>SSL Tunnel Analysis</cp:lastModifiedBy>
  <cp:revision>1</cp:revision>
  <dcterms:created xsi:type="dcterms:W3CDTF">2026-06-30T17:56:19Z</dcterms:created>
  <dcterms:modified xsi:type="dcterms:W3CDTF">2026-06-30T17:56:19Z</dcterms:modified>
</cp:coreProperties>
</file>