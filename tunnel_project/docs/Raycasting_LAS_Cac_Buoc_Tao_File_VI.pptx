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</a:rPr>
              <a:t>RAYCASTING → LAS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Các bước tạo file LAS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bằng raycasting trong Blender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265176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2"/>
                </a:solidFill>
              </a:rPr>
              <a:t>Bộ dữ liệu: blender_lidar_t0t5_realistic / T0.las–T5.las</a:t>
            </a:r>
            <a:endParaRPr lang="en-US" sz="1400" dirty="0"/>
          </a:p>
        </p:txBody>
      </p:sp>
      <p:pic>
        <p:nvPicPr>
          <p:cNvPr id="5" name="Image 0" descr="C:\Users\ssl\Desktop\Code Python\data python cusor\tunnel_project\docs\raycasting_steps_assets\raycas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507492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6A6"/>
                </a:solidFill>
              </a:rPr>
              <a:t>5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14400" y="4892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scanner stations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24612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B000"/>
                </a:solidFill>
              </a:rPr>
              <a:t>0.45°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3246120" y="4892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ray grid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57784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BB673"/>
                </a:solidFill>
              </a:rPr>
              <a:t>~1.04M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577840" y="4892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points / epoch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09560" y="4434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94B5F"/>
                </a:solidFill>
              </a:rPr>
              <a:t>6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909560" y="4892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LAS epochs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TỔNG QUAN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Từ mô hình Blender đến file T0.las–T5.las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55064"/>
            <a:ext cx="347472" cy="310896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Scene Blender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Hầm + rail + cable + light + target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03704" y="2423160"/>
            <a:ext cx="292608" cy="0"/>
          </a:xfrm>
          <a:prstGeom prst="line">
            <a:avLst/>
          </a:prstGeom>
          <a:noFill/>
          <a:ln w="22860">
            <a:solidFill>
              <a:srgbClr val="9CB6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55064"/>
            <a:ext cx="347472" cy="310896"/>
          </a:xfrm>
          <a:prstGeom prst="rect">
            <a:avLst/>
          </a:prstGeom>
          <a:solidFill>
            <a:srgbClr val="FFB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Đặt TLS 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5 trạm scan dọc chainage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78224" y="2423160"/>
            <a:ext cx="292608" cy="0"/>
          </a:xfrm>
          <a:prstGeom prst="line">
            <a:avLst/>
          </a:prstGeom>
          <a:noFill/>
          <a:ln w="22860">
            <a:solidFill>
              <a:srgbClr val="9CB6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655064"/>
            <a:ext cx="347472" cy="310896"/>
          </a:xfrm>
          <a:prstGeom prst="rect">
            <a:avLst/>
          </a:prstGeom>
          <a:solidFill>
            <a:srgbClr val="E94B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Bắn tia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Lưới góc 0.45° × 0.45°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52744" y="2423160"/>
            <a:ext cx="292608" cy="0"/>
          </a:xfrm>
          <a:prstGeom prst="line">
            <a:avLst/>
          </a:prstGeom>
          <a:noFill/>
          <a:ln w="22860">
            <a:solidFill>
              <a:srgbClr val="9CB6C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2648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655064"/>
            <a:ext cx="347472" cy="310896"/>
          </a:xfrm>
          <a:prstGeom prst="rect">
            <a:avLst/>
          </a:prstGeom>
          <a:solidFill>
            <a:srgbClr val="0B355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Lấy first-hit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Sinh occlusion giống scan thật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827264" y="2423160"/>
            <a:ext cx="292608" cy="0"/>
          </a:xfrm>
          <a:prstGeom prst="line">
            <a:avLst/>
          </a:prstGeom>
          <a:noFill/>
          <a:ln w="22860">
            <a:solidFill>
              <a:srgbClr val="9CB6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655064"/>
            <a:ext cx="347472" cy="310896"/>
          </a:xfrm>
          <a:prstGeom prst="rect">
            <a:avLst/>
          </a:prstGeom>
          <a:solidFill>
            <a:srgbClr val="2BB6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Tạo T0–T5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Inject biến dạng + pose bias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701784" y="2423160"/>
            <a:ext cx="292608" cy="0"/>
          </a:xfrm>
          <a:prstGeom prst="line">
            <a:avLst/>
          </a:prstGeom>
          <a:noFill/>
          <a:ln w="22860">
            <a:solidFill>
              <a:srgbClr val="9CB6C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15087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12680" y="1655064"/>
            <a:ext cx="347472" cy="310896"/>
          </a:xfrm>
          <a:prstGeom prst="rect">
            <a:avLst/>
          </a:prstGeom>
          <a:solidFill>
            <a:srgbClr val="071B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12680" y="2194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Export LAS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12680" y="256032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Dùng trực tiếp trong tool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BƯỚC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Dựng scene hầm trong Blender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Thành phần trong scene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6A6"/>
                </a:solidFill>
              </a:rPr>
              <a:t>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Tunnel lining / ring joints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000"/>
                </a:solidFill>
              </a:rPr>
              <a:t>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Rails, sleepers, walkway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4B5F"/>
                </a:solidFill>
              </a:rPr>
              <a:t>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Drainage, cable trays, lights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B673"/>
                </a:solidFill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Equipment boxes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558"/>
                </a:solidFill>
              </a:rPr>
              <a:t>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4160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12B"/>
                </a:solidFill>
              </a:rPr>
              <a:t>Target spheres để registration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32588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Thông số hình học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7381"/>
                </a:solidFill>
              </a:rPr>
              <a:t>Length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96 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697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7381"/>
                </a:solidFill>
              </a:rPr>
              <a:t>Tunnel radius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4.25 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200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7381"/>
                </a:solidFill>
              </a:rPr>
              <a:t>Curve radius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3200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420 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7381"/>
                </a:solidFill>
              </a:rPr>
              <a:t>Axis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A6"/>
                </a:solidFill>
              </a:rPr>
              <a:t>curved chainage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BƯỚC 2–3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Đặt scanner ảo và bắn tia raycasting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steps_assets\raycast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852160" cy="3063240"/>
          </a:xfrm>
          <a:prstGeom prst="rect">
            <a:avLst/>
          </a:prstGeom>
        </p:spPr>
      </p:pic>
      <p:pic>
        <p:nvPicPr>
          <p:cNvPr id="5" name="Image 1" descr="C:\Users\ssl\Desktop\Code Python\data python cusor\tunnel_project\docs\raycasting_steps_assets\station_h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4709160" cy="3063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47548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Mỗi scanner phát tia theo azimuth/elevation. Blender trả về điểm va chạm đầu tiên của từng tia.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BƯỚC 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First-hit tạo occlusion và mật độ không đều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Ray đi thẳng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Gặp lining → lưu điểm lining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002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00"/>
                </a:solidFill>
              </a:rPr>
              <a:t>Ray bị rail/cable 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Chỉ lưu vật thể phía trước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B5F"/>
                </a:solidFill>
              </a:rPr>
              <a:t>Ray không chạm gì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Không tạo điểm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B673"/>
                </a:solidFill>
              </a:rPr>
              <a:t>Ray xa hơn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Noise lớn hơn, mật độ thưa hơn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558"/>
                </a:solidFill>
              </a:rPr>
              <a:t>Vì vậy LAS không phải điểm “sạch” trên mesh, mà giống cách TLS nhìn thấy hiện trường.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BƯỚC 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Tạo các epoch T0–T5 bằng ground truth deformation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steps_assets\realistic_de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008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23444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T0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2396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reference, chưa biến dạng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18120" y="2286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00"/>
                </a:solidFill>
              </a:rPr>
              <a:t>T1–T5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23960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biến dạng tăng dần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18120" y="2944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B5F"/>
                </a:solidFill>
              </a:rPr>
              <a:t>Pose bias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2396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T1–T5 lệch pose nhỏ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18120" y="36027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B673"/>
                </a:solidFill>
              </a:rPr>
              <a:t>Mục tiêu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2396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</a:rPr>
              <a:t>test registration + deformation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BƯỚC 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Ghi point cloud ra TXT rồi xuất thành LAS</a:t>
            </a:r>
            <a:endParaRPr lang="en-US" sz="2400" dirty="0"/>
          </a:p>
        </p:txBody>
      </p:sp>
      <p:pic>
        <p:nvPicPr>
          <p:cNvPr id="4" name="Image 0" descr="C:\Users\ssl\Desktop\Code Python\data python cusor\tunnel_project\docs\raycasting_steps_assets\t0_point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1264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2344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6642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</a:rPr>
              <a:t>Cột dữ liệu debug TXT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3524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x  y  z  nx  ny  nz  intensity  label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2926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LAS giữ hình học point cloud để tool load trực tiếp. TXT/JSON dùng để kiểm tra và debug.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6A6"/>
                </a:solidFill>
              </a:rPr>
              <a:t>KẾT QUẢ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Các file LAS raycasting dùng trong 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60120" y="123444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37160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T0.las — reference scan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96596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T1.las — monitoring epoch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42316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56032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T2.las — monitoring epoch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15468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T3.las — monitoring epoch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61188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74904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T4.las — monitoring epoch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20624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343400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12B"/>
                </a:solidFill>
              </a:rPr>
              <a:t>T5.las — monitoring epoch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558"/>
                </a:solidFill>
              </a:rPr>
              <a:t>Folder: tunnel_project\data\blender_lidar_t0t5_realistic\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58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</a:rPr>
              <a:t>TÓM TẮT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LAS raycasting = Blender scene + virtual TLS + first-hit rays + known deformation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A6A6"/>
                </a:solidFill>
              </a:rPr>
              <a:t>Scene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3703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hầm thực tế hơn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52044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B000"/>
                </a:solidFill>
              </a:rPr>
              <a:t>Rays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520440" y="3703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0.45° grid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5216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94B5F"/>
                </a:solidFill>
              </a:rPr>
              <a:t>T0–T5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852160" y="3703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ground truth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83880" y="3246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BB673"/>
                </a:solidFill>
              </a:rPr>
              <a:t>LAS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183880" y="37033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7381"/>
                </a:solidFill>
              </a:rPr>
              <a:t>load vào tool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34440" y="516636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D8E2"/>
                </a:solidFill>
              </a:rPr>
              <a:t>Thông điệp trình bày: chúng ta không tự “vẽ” điểm; mỗi điểm là kết quả va chạm của tia laser ảo.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F"/>
                </a:solidFill>
              </a:rPr>
              <a:t>Quy trình tạo LAS raycasting  |  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 buoc tao LAS bang raycasting</dc:title>
  <dc:subject>PptxGenJS Presentation</dc:subject>
  <dc:creator>SSL Tunnel Analysis</dc:creator>
  <cp:lastModifiedBy>SSL Tunnel Analysis</cp:lastModifiedBy>
  <cp:revision>1</cp:revision>
  <dcterms:created xsi:type="dcterms:W3CDTF">2026-06-30T17:05:34Z</dcterms:created>
  <dcterms:modified xsi:type="dcterms:W3CDTF">2026-06-30T17:05:34Z</dcterms:modified>
</cp:coreProperties>
</file>