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Point Cloud Analysis &amp; Damage Inspection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Python-based solution for LiDAR data preprocessing &amp; cross-section analysis</a:t>
            </a:r>
          </a:p>
          <a:p/>
          <a:p>
            <a:r>
              <a:t>Presenter: Nguyen Duy Hoang Anh</a:t>
            </a:r>
          </a:p>
          <a:p>
            <a:r>
              <a:t>Date: March 20, 2026</a:t>
            </a:r>
          </a:p>
          <a:p>
            <a:r>
              <a:t>Smart Structure Lab (SSL) - CBNU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Background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with Osong Test Line Tunnel Data:</a:t>
            </a:r>
          </a:p>
          <a:p>
            <a:pPr lvl="1"/>
            <a:r>
              <a:t>Large-scale, noisy LiDAR point cloud data requires efficient preprocessing.</a:t>
            </a:r>
          </a:p>
          <a:p>
            <a:pPr lvl="1"/>
            <a:r>
              <a:t>Manual extraction of cross-sections and anomaly detection is highly inefficient.</a:t>
            </a:r>
          </a:p>
          <a:p>
            <a:r>
              <a:t>Core Objectives:</a:t>
            </a:r>
          </a:p>
          <a:p>
            <a:pPr lvl="1"/>
            <a:r>
              <a:t>Automate 3D Point Cloud preprocessing (noise removal &amp; outlier filtering).</a:t>
            </a:r>
          </a:p>
          <a:p>
            <a:pPr lvl="1"/>
            <a:r>
              <a:t>Establish an automatic cross-section extraction system based on reference 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Overview: Point Cloud Analysis v2.9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Platform: Python-based Desktop Application (GUI)</a:t>
            </a:r>
          </a:p>
          <a:p>
            <a:r>
              <a:t>Core Technologies:</a:t>
            </a:r>
          </a:p>
          <a:p>
            <a:pPr lvl="1"/>
            <a:r>
              <a:t>Laspy &amp; Open3D: High-speed 3D geometric processing.</a:t>
            </a:r>
          </a:p>
          <a:p>
            <a:pPr lvl="1"/>
            <a:r>
              <a:t>RANSAC Algorithm: Robust plane segmentation and normal vector analysis.</a:t>
            </a:r>
          </a:p>
          <a:p>
            <a:pPr lvl="1"/>
            <a:r>
              <a:t>Google Gemini LLM: Integrated AI agent for automated parameter tuning.</a:t>
            </a:r>
          </a:p>
          <a:p>
            <a:r>
              <a:t>Dual-Mode Functionality: Tunnel/Corridor Analysis &amp; Damage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1: Tunnel &amp; Cross-Section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Geometric Classification:</a:t>
            </a:r>
          </a:p>
          <a:p>
            <a:pPr lvl="1"/>
            <a:r>
              <a:t>Utilizes Iterative RANSAC to distinguish ground from wall structures.</a:t>
            </a:r>
          </a:p>
          <a:p>
            <a:r>
              <a:t>Data Visualization &amp; Analysis:</a:t>
            </a:r>
          </a:p>
          <a:p>
            <a:pPr lvl="1"/>
            <a:r>
              <a:t>3D Mesh Reconstruction from raw point clouds.</a:t>
            </a:r>
          </a:p>
          <a:p>
            <a:pPr lvl="1"/>
            <a:r>
              <a:t>Interactive 2D Slicing: Extract profiles at designated intervals along the Y-axis.</a:t>
            </a:r>
          </a:p>
          <a:p>
            <a:pPr lvl="1"/>
            <a:r>
              <a:t>Direct comparison with Design Profiles for construction error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2: Automated Damage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Assessment of Deformation:</a:t>
            </a:r>
          </a:p>
          <a:p>
            <a:pPr lvl="1"/>
            <a:r>
              <a:t>Isolates the 'Main Surface' to establish a reference plane.</a:t>
            </a:r>
          </a:p>
          <a:p>
            <a:pPr lvl="1"/>
            <a:r>
              <a:t>Filters outliers representing structural variations (cracks, spalling, anomalies).</a:t>
            </a:r>
          </a:p>
          <a:p>
            <a:r>
              <a:t>Automated Metric Extraction:</a:t>
            </a:r>
          </a:p>
          <a:p>
            <a:pPr lvl="1"/>
            <a:r>
              <a:t>Generates Bounding Boxes around damage clusters.</a:t>
            </a:r>
          </a:p>
          <a:p>
            <a:pPr lvl="1"/>
            <a:r>
              <a:t>Calculates approximate dimensions (L x W x H) of deformed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'Wow' Factor: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 between Complex Algorithms and Field Usability:</a:t>
            </a:r>
          </a:p>
          <a:p>
            <a:r>
              <a:t>AI Parameter Suggestion:</a:t>
            </a:r>
          </a:p>
          <a:p>
            <a:pPr lvl="1"/>
            <a:r>
              <a:t>Reads file headers (point count, density, bounds) to propose optimal RANSAC thresholds.</a:t>
            </a:r>
          </a:p>
          <a:p>
            <a:r>
              <a:t>Automated Reporting:</a:t>
            </a:r>
          </a:p>
          <a:p>
            <a:pPr lvl="1"/>
            <a:r>
              <a:t>Synthesizes input parameters and geometric findings into formal technical summaries instantly.</a:t>
            </a:r>
          </a:p>
          <a:p>
            <a:r>
              <a:t>Implements an automated analysis module to replace manual processing.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Integration (2026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Need:</a:t>
            </a:r>
          </a:p>
          <a:p>
            <a:pPr lvl="1"/>
            <a:r>
              <a:t>Require LiDAR Sample Data (Tunnel/Deformed surfaces) to validate noise filtering algorithms.</a:t>
            </a:r>
          </a:p>
          <a:p>
            <a:r>
              <a:t>Virtual Environment Integration:</a:t>
            </a:r>
          </a:p>
          <a:p>
            <a:pPr lvl="1"/>
            <a:r>
              <a:t>Utilize cleaned data from this tool as input for Blender-based virtual tunnel construction.</a:t>
            </a:r>
          </a:p>
          <a:p>
            <a:pPr lvl="1"/>
            <a:r>
              <a:t>Simulate deformation scenarios in Blender and perform quantitative assessment using this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